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72767"/>
                </a:solidFill>
              </a:defRPr>
            </a:pPr>
            <a:r>
              <a:t>RAJ KUMAR SINGH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822960" cy="73152"/>
          </a:xfrm>
          <a:prstGeom prst="rect">
            <a:avLst/>
          </a:prstGeom>
          <a:solidFill>
            <a:srgbClr val="5B42E6"/>
          </a:solidFill>
          <a:ln>
            <a:solidFill>
              <a:srgbClr val="5B4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051560"/>
            <a:ext cx="3246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417320"/>
            <a:ext cx="7223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 +91 7633866627 # rajsingh2022012097@gmail.com ï LinkedIn § GitHub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Tula’s Institute, Dehradun 2022 - 2025 Bachelor of Computer Applications (BCA) 7.7/10 CGPA PROJECTS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Ecommerce Sales Analysis Dashboard using Power BI.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• Developed an interactive Ecommerce Sales Dashboard using Power BI to analyze 438K+ in sales, 5,600+ orders, and 37K+ profit, enabling data-driven decision-making across products, customers, and regions.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• Created 15+ interactive visualizations and KPI dashboards using DAX, Power Query, and Data Modeling, improving reporting efficiency by 70%.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• Performed sales, profitability, and customer segmentation analysis, identifying that the top-performing categories contributed over 50% of total revenue and highlighting key growth opportunities.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Mexico Toy Analysis using SQL.</a:t>
            </a:r>
          </a:p>
          <a:p>
            <a:pPr>
              <a:spcAft>
                <a:spcPts val="1000"/>
              </a:spcAft>
              <a:defRPr sz="1600">
                <a:solidFill>
                  <a:srgbClr val="373D58"/>
                </a:solidFill>
              </a:defRPr>
            </a:pPr>
            <a:r>
              <a:t>• Analyzed millions of sales records using SQL and BigQuery to uncover insights on revenue, profit, inventory, and store performance across multiple product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172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D91"/>
                </a:solidFill>
              </a:defRPr>
            </a:pPr>
            <a:r>
              <a:t>Source page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